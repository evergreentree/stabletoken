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Technical interview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StableToken: Robust Speech Token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3088"/>
            <a:ext cx="7196328" cy="40479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572768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572768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645920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PRESENTER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1828800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Changqing Fu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359152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359152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32304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AFFILIATION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615184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IFM MBZUAI Paris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3145536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2752" y="3145536"/>
            <a:ext cx="73152" cy="658368"/>
          </a:xfrm>
          <a:prstGeom prst="roundRect">
            <a:avLst/>
          </a:prstGeom>
          <a:solidFill>
            <a:srgbClr val="B85450"/>
          </a:solidFill>
          <a:ln w="9525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3218688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401568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May 19,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A 30-minute review of reproducibility, robustness, pseudo-streaming, distribution drift, and downstream usefulness.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Reviewer concern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Why This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_clai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3088"/>
            <a:ext cx="7196328" cy="40479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released checkpoint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10 experiment families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Robustness, streaming behavior, and downstream usefulness are separate claims that need separate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Released tokenizer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StableToken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3088"/>
            <a:ext cx="7196328" cy="40479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CLEAN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30s -&gt; 750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RESULT 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8192 vocab, 325 bps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The released tokenizer is fast and compact, but it is built around non-causal 30s chunks.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Audit-friendly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Experiment Harness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4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3088"/>
            <a:ext cx="7196328" cy="40479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fixed HF SHA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ARTIFACTS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CSV, JSON, 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Every result is config-driven and tied to local splits, seeds, commands, and committed artifacts.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Released checkpoint 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Reproducibility Sanity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5_sanity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3088"/>
            <a:ext cx="7196328" cy="40479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CLEAN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25.0 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750 tokens per 30s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The released checkpoint matches the expected token rate, vocabulary size, and bitrate.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100-clip UED scale-up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Hard Degradations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6_degradation_mean_u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185101"/>
            <a:ext cx="7196328" cy="13839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CLEAN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UED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BABBLE UED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FR 0.6071, ZH 0.4170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Speech-like interference is harder than Gaussian noise and should be a headline robustness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Low-bitrate and telephone stressors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Codec And Channel Effects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7_codec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26987"/>
            <a:ext cx="7196328" cy="39001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AAC UED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FR 0.2530, ZH 0.1371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TELEPHONE UED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FR 0.2538, ZH 0.1418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Codec and channel effects are measurable, but they are not the dominant failure mode in this slice.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Window placement changes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Pseudo-Streaming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8_streaming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3088"/>
            <a:ext cx="7196328" cy="40479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non-overlap = 0 mismatch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BEST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0.3191 mismatch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The same absolute audio can tokenize differently depending on which 30s window contains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Post-hoc fixes are weak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Aggregation And Commit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9_chunkin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631537"/>
            <a:ext cx="7196328" cy="24910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1S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0.7954 mismatch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15S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0.6051 mismatch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Confidence and hidden-state aggregation do not recover the offline non-overlap token stream.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KL clean to corruption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Token Distribution Drift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10_distribution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014476"/>
            <a:ext cx="7196328" cy="372515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GAUSSIAN KL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FR 1.124, ZH 0.913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BABBLE KL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FR 2.456, ZH 2.353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Hard corruptions shift token usage more than additive Gaussian noise.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No obvious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Token Usage And Zipf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11_distribution_zi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950"/>
            <a:ext cx="7196328" cy="46262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FR CLEAN UNIQUE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4237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FR BABBLE 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4665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Code usage is broad, but analyses must be stratified by language and corruption.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Tokenizer UED is not task 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Downstream ASR Mismatch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12_token_asr_mis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587713"/>
            <a:ext cx="7196328" cy="25786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CLEAN FR 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0.1165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BABBLE FR 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0.2885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Token robustness and direct Whisper-small ASR degradation are related but not interchangeable.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Zero-shot decoder replacement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StableToken-Token ASR Probe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13_asr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3088"/>
            <a:ext cx="7196328" cy="40479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CLEAN WER/CER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empty or punctuation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WER through StableToken needs a trained adapter or head, not a stock Whisper decoder.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Reconstructed LFQ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Training Harness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14_training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3088"/>
            <a:ext cx="7196328" cy="40479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5 matched variants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1000 steps, 2000 FR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The training runs are short diagnostics and should not be treated as paper-number reproduction.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Short matched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LFQ Ablation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15_lfq_ab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557729"/>
            <a:ext cx="7196328" cy="263865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BEST MEAN UED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single_aug 0.6869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VOTING 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multi_aug_consensus 0.7970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Augmentation helped modestly, while multi-branch Voting-LFQ hurt UED at this scale.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Latency smoke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Efficiency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16_latency_r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7" y="1499616"/>
            <a:ext cx="713232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30S BATCH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0.151s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RTF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0.00504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Token extraction is comfortably faster than realtime on the observed L4.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Next evidence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What Failed Or Remains Open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17_open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3088"/>
            <a:ext cx="7196328" cy="40479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828800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28800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NOT EXECUTED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084832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SER, speaker, prosody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615184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615184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688336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NEXT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871215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trained ASR/SpeechLLM adapter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The strongest next experiment is a tokenizer-through-task adapter evaluated on the fixed corruption suite.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949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450"/>
                </a:solidFill>
                <a:latin typeface="Aptos"/>
              </a:rPr>
              <a:t>Interview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026"/>
                </a:solidFill>
                <a:latin typeface="Aptos"/>
              </a:rPr>
              <a:t>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7452360" cy="5010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18_takeaw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3088"/>
            <a:ext cx="7196328" cy="40479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572768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572768"/>
            <a:ext cx="73152" cy="658368"/>
          </a:xfrm>
          <a:prstGeom prst="roundRect">
            <a:avLst/>
          </a:prstGeom>
          <a:solidFill>
            <a:srgbClr val="315F72"/>
          </a:solidFill>
          <a:ln w="9525">
            <a:solidFill>
              <a:srgbClr val="315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645920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1828800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25 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359152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2359152"/>
            <a:ext cx="73152" cy="658368"/>
          </a:xfrm>
          <a:prstGeom prst="roundRect">
            <a:avLst/>
          </a:prstGeom>
          <a:solidFill>
            <a:srgbClr val="6FA39B"/>
          </a:solidFill>
          <a:ln w="9525">
            <a:solidFill>
              <a:srgbClr val="6FA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32304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HARDEST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615184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babble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3145536"/>
            <a:ext cx="3273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2752" y="3145536"/>
            <a:ext cx="73152" cy="658368"/>
          </a:xfrm>
          <a:prstGeom prst="roundRect">
            <a:avLst/>
          </a:prstGeom>
          <a:solidFill>
            <a:srgbClr val="B85450"/>
          </a:solidFill>
          <a:ln w="9525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3218688"/>
            <a:ext cx="29535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79"/>
                </a:solidFill>
                <a:latin typeface="Aptos"/>
              </a:rPr>
              <a:t>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401568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not true streaming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5074920"/>
            <a:ext cx="3273552" cy="1005840"/>
          </a:xfrm>
          <a:prstGeom prst="roundRect">
            <a:avLst/>
          </a:prstGeom>
          <a:solidFill>
            <a:srgbClr val="182026"/>
          </a:solidFill>
          <a:ln w="9525">
            <a:solidFill>
              <a:srgbClr val="18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5239512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StableToken is inspectable and efficient, but robustness claims must separate tokenizer stability from downstream task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